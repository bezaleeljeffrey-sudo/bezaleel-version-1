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6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626825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958" y="0"/>
            <a:ext cx="5314084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958" y="0"/>
            <a:ext cx="5314084" cy="687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14958" y="0"/>
          <a:ext cx="7229042" cy="6877050"/>
          <a:chOff x="1914958" y="0"/>
          <a:chExt cx="7229042" cy="687705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958" y="0"/>
            <a:ext cx="5314084" cy="6877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6">
  <a:themeElements>
    <a:clrScheme name="Theme5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Theme56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fanny magdaline</cp:lastModifiedBy>
  <cp:revision>1</cp:revision>
  <dcterms:created xsi:type="dcterms:W3CDTF">2026-01-01T07:19:45Z</dcterms:created>
  <dcterms:modified xsi:type="dcterms:W3CDTF">2026-01-01T07:49:39Z</dcterms:modified>
  <cp:category/>
</cp:coreProperties>
</file>